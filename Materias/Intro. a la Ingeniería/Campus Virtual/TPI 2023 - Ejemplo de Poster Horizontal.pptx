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0279975" cy="21386800"/>
  <p:notesSz cx="6858000" cy="9144000"/>
  <p:defaultTextStyle>
    <a:defPPr>
      <a:defRPr lang="es-AR"/>
    </a:defPPr>
    <a:lvl1pPr marL="0" algn="l" defTabSz="2952323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1pPr>
    <a:lvl2pPr marL="1476162" algn="l" defTabSz="2952323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2pPr>
    <a:lvl3pPr marL="2952323" algn="l" defTabSz="2952323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3pPr>
    <a:lvl4pPr marL="4428485" algn="l" defTabSz="2952323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4pPr>
    <a:lvl5pPr marL="5904647" algn="l" defTabSz="2952323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5pPr>
    <a:lvl6pPr marL="7380808" algn="l" defTabSz="2952323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6pPr>
    <a:lvl7pPr marL="8856970" algn="l" defTabSz="2952323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7pPr>
    <a:lvl8pPr marL="10333131" algn="l" defTabSz="2952323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8pPr>
    <a:lvl9pPr marL="11809293" algn="l" defTabSz="2952323" rtl="0" eaLnBrk="1" latinLnBrk="0" hangingPunct="1">
      <a:defRPr sz="5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6">
          <p15:clr>
            <a:srgbClr val="A4A3A4"/>
          </p15:clr>
        </p15:guide>
        <p15:guide id="2" pos="953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2"/>
    <p:restoredTop sz="94694"/>
  </p:normalViewPr>
  <p:slideViewPr>
    <p:cSldViewPr>
      <p:cViewPr varScale="1">
        <p:scale>
          <a:sx n="35" d="100"/>
          <a:sy n="35" d="100"/>
        </p:scale>
        <p:origin x="264" y="448"/>
      </p:cViewPr>
      <p:guideLst>
        <p:guide orient="horz" pos="6736"/>
        <p:guide pos="95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270998" y="6643772"/>
            <a:ext cx="25737979" cy="45843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4541996" y="12119186"/>
            <a:ext cx="21195983" cy="546551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476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9523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428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9046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380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856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33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18092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5B6B2-6567-4442-B8A4-2CF75BA9F9EC}" type="datetimeFigureOut">
              <a:rPr lang="es-AR" smtClean="0"/>
              <a:pPr/>
              <a:t>16/3/23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91D-4590-4808-9877-300A61E123CB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65723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5B6B2-6567-4442-B8A4-2CF75BA9F9EC}" type="datetimeFigureOut">
              <a:rPr lang="es-AR" smtClean="0"/>
              <a:pPr/>
              <a:t>16/3/23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91D-4590-4808-9877-300A61E123CB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9396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91909" y="13743001"/>
            <a:ext cx="25737979" cy="4247656"/>
          </a:xfrm>
        </p:spPr>
        <p:txBody>
          <a:bodyPr anchor="t"/>
          <a:lstStyle>
            <a:lvl1pPr algn="l">
              <a:defRPr sz="129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391909" y="9064641"/>
            <a:ext cx="25737979" cy="4678361"/>
          </a:xfrm>
        </p:spPr>
        <p:txBody>
          <a:bodyPr anchor="b"/>
          <a:lstStyle>
            <a:lvl1pPr marL="0" indent="0">
              <a:buNone/>
              <a:defRPr sz="6500">
                <a:solidFill>
                  <a:schemeClr val="tx1">
                    <a:tint val="75000"/>
                  </a:schemeClr>
                </a:solidFill>
              </a:defRPr>
            </a:lvl1pPr>
            <a:lvl2pPr marL="1476162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2pPr>
            <a:lvl3pPr marL="2952323" indent="0">
              <a:buNone/>
              <a:defRPr sz="5200">
                <a:solidFill>
                  <a:schemeClr val="tx1">
                    <a:tint val="75000"/>
                  </a:schemeClr>
                </a:solidFill>
              </a:defRPr>
            </a:lvl3pPr>
            <a:lvl4pPr marL="4428485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4pPr>
            <a:lvl5pPr marL="5904647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5pPr>
            <a:lvl6pPr marL="7380808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6pPr>
            <a:lvl7pPr marL="8856970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7pPr>
            <a:lvl8pPr marL="10333131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8pPr>
            <a:lvl9pPr marL="11809293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5B6B2-6567-4442-B8A4-2CF75BA9F9EC}" type="datetimeFigureOut">
              <a:rPr lang="es-AR" smtClean="0"/>
              <a:pPr/>
              <a:t>16/3/23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91D-4590-4808-9877-300A61E123CB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65645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3543181" y="22035338"/>
            <a:ext cx="31615237" cy="62318759"/>
          </a:xfrm>
        </p:spPr>
        <p:txBody>
          <a:bodyPr/>
          <a:lstStyle>
            <a:lvl1pPr>
              <a:defRPr sz="9000"/>
            </a:lvl1pPr>
            <a:lvl2pPr>
              <a:defRPr sz="7700"/>
            </a:lvl2pPr>
            <a:lvl3pPr>
              <a:defRPr sz="6500"/>
            </a:lvl3pPr>
            <a:lvl4pPr>
              <a:defRPr sz="5800"/>
            </a:lvl4pPr>
            <a:lvl5pPr>
              <a:defRPr sz="5800"/>
            </a:lvl5pPr>
            <a:lvl6pPr>
              <a:defRPr sz="5800"/>
            </a:lvl6pPr>
            <a:lvl7pPr>
              <a:defRPr sz="5800"/>
            </a:lvl7pPr>
            <a:lvl8pPr>
              <a:defRPr sz="5800"/>
            </a:lvl8pPr>
            <a:lvl9pPr>
              <a:defRPr sz="5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5663083" y="22035338"/>
            <a:ext cx="31615237" cy="62318759"/>
          </a:xfrm>
        </p:spPr>
        <p:txBody>
          <a:bodyPr/>
          <a:lstStyle>
            <a:lvl1pPr>
              <a:defRPr sz="9000"/>
            </a:lvl1pPr>
            <a:lvl2pPr>
              <a:defRPr sz="7700"/>
            </a:lvl2pPr>
            <a:lvl3pPr>
              <a:defRPr sz="6500"/>
            </a:lvl3pPr>
            <a:lvl4pPr>
              <a:defRPr sz="5800"/>
            </a:lvl4pPr>
            <a:lvl5pPr>
              <a:defRPr sz="5800"/>
            </a:lvl5pPr>
            <a:lvl6pPr>
              <a:defRPr sz="5800"/>
            </a:lvl6pPr>
            <a:lvl7pPr>
              <a:defRPr sz="5800"/>
            </a:lvl7pPr>
            <a:lvl8pPr>
              <a:defRPr sz="5800"/>
            </a:lvl8pPr>
            <a:lvl9pPr>
              <a:defRPr sz="5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5B6B2-6567-4442-B8A4-2CF75BA9F9EC}" type="datetimeFigureOut">
              <a:rPr lang="es-AR" smtClean="0"/>
              <a:pPr/>
              <a:t>16/3/23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91D-4590-4808-9877-300A61E123CB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8189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513999" y="856465"/>
            <a:ext cx="27251978" cy="3564467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514001" y="4787278"/>
            <a:ext cx="13378914" cy="1995110"/>
          </a:xfrm>
        </p:spPr>
        <p:txBody>
          <a:bodyPr anchor="b"/>
          <a:lstStyle>
            <a:lvl1pPr marL="0" indent="0">
              <a:buNone/>
              <a:defRPr sz="7700" b="1"/>
            </a:lvl1pPr>
            <a:lvl2pPr marL="1476162" indent="0">
              <a:buNone/>
              <a:defRPr sz="6500" b="1"/>
            </a:lvl2pPr>
            <a:lvl3pPr marL="2952323" indent="0">
              <a:buNone/>
              <a:defRPr sz="5800" b="1"/>
            </a:lvl3pPr>
            <a:lvl4pPr marL="4428485" indent="0">
              <a:buNone/>
              <a:defRPr sz="5200" b="1"/>
            </a:lvl4pPr>
            <a:lvl5pPr marL="5904647" indent="0">
              <a:buNone/>
              <a:defRPr sz="5200" b="1"/>
            </a:lvl5pPr>
            <a:lvl6pPr marL="7380808" indent="0">
              <a:buNone/>
              <a:defRPr sz="5200" b="1"/>
            </a:lvl6pPr>
            <a:lvl7pPr marL="8856970" indent="0">
              <a:buNone/>
              <a:defRPr sz="5200" b="1"/>
            </a:lvl7pPr>
            <a:lvl8pPr marL="10333131" indent="0">
              <a:buNone/>
              <a:defRPr sz="5200" b="1"/>
            </a:lvl8pPr>
            <a:lvl9pPr marL="11809293" indent="0">
              <a:buNone/>
              <a:defRPr sz="5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1514001" y="6782388"/>
            <a:ext cx="13378914" cy="12322165"/>
          </a:xfrm>
        </p:spPr>
        <p:txBody>
          <a:bodyPr/>
          <a:lstStyle>
            <a:lvl1pPr>
              <a:defRPr sz="7700"/>
            </a:lvl1pPr>
            <a:lvl2pPr>
              <a:defRPr sz="6500"/>
            </a:lvl2pPr>
            <a:lvl3pPr>
              <a:defRPr sz="5800"/>
            </a:lvl3pPr>
            <a:lvl4pPr>
              <a:defRPr sz="5200"/>
            </a:lvl4pPr>
            <a:lvl5pPr>
              <a:defRPr sz="5200"/>
            </a:lvl5pPr>
            <a:lvl6pPr>
              <a:defRPr sz="5200"/>
            </a:lvl6pPr>
            <a:lvl7pPr>
              <a:defRPr sz="5200"/>
            </a:lvl7pPr>
            <a:lvl8pPr>
              <a:defRPr sz="5200"/>
            </a:lvl8pPr>
            <a:lvl9pPr>
              <a:defRPr sz="5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15381808" y="4787278"/>
            <a:ext cx="13384170" cy="1995110"/>
          </a:xfrm>
        </p:spPr>
        <p:txBody>
          <a:bodyPr anchor="b"/>
          <a:lstStyle>
            <a:lvl1pPr marL="0" indent="0">
              <a:buNone/>
              <a:defRPr sz="7700" b="1"/>
            </a:lvl1pPr>
            <a:lvl2pPr marL="1476162" indent="0">
              <a:buNone/>
              <a:defRPr sz="6500" b="1"/>
            </a:lvl2pPr>
            <a:lvl3pPr marL="2952323" indent="0">
              <a:buNone/>
              <a:defRPr sz="5800" b="1"/>
            </a:lvl3pPr>
            <a:lvl4pPr marL="4428485" indent="0">
              <a:buNone/>
              <a:defRPr sz="5200" b="1"/>
            </a:lvl4pPr>
            <a:lvl5pPr marL="5904647" indent="0">
              <a:buNone/>
              <a:defRPr sz="5200" b="1"/>
            </a:lvl5pPr>
            <a:lvl6pPr marL="7380808" indent="0">
              <a:buNone/>
              <a:defRPr sz="5200" b="1"/>
            </a:lvl6pPr>
            <a:lvl7pPr marL="8856970" indent="0">
              <a:buNone/>
              <a:defRPr sz="5200" b="1"/>
            </a:lvl7pPr>
            <a:lvl8pPr marL="10333131" indent="0">
              <a:buNone/>
              <a:defRPr sz="5200" b="1"/>
            </a:lvl8pPr>
            <a:lvl9pPr marL="11809293" indent="0">
              <a:buNone/>
              <a:defRPr sz="5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15381808" y="6782388"/>
            <a:ext cx="13384170" cy="12322165"/>
          </a:xfrm>
        </p:spPr>
        <p:txBody>
          <a:bodyPr/>
          <a:lstStyle>
            <a:lvl1pPr>
              <a:defRPr sz="7700"/>
            </a:lvl1pPr>
            <a:lvl2pPr>
              <a:defRPr sz="6500"/>
            </a:lvl2pPr>
            <a:lvl3pPr>
              <a:defRPr sz="5800"/>
            </a:lvl3pPr>
            <a:lvl4pPr>
              <a:defRPr sz="5200"/>
            </a:lvl4pPr>
            <a:lvl5pPr>
              <a:defRPr sz="5200"/>
            </a:lvl5pPr>
            <a:lvl6pPr>
              <a:defRPr sz="5200"/>
            </a:lvl6pPr>
            <a:lvl7pPr>
              <a:defRPr sz="5200"/>
            </a:lvl7pPr>
            <a:lvl8pPr>
              <a:defRPr sz="5200"/>
            </a:lvl8pPr>
            <a:lvl9pPr>
              <a:defRPr sz="5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5B6B2-6567-4442-B8A4-2CF75BA9F9EC}" type="datetimeFigureOut">
              <a:rPr lang="es-AR" smtClean="0"/>
              <a:pPr/>
              <a:t>16/3/23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91D-4590-4808-9877-300A61E123CB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39132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5B6B2-6567-4442-B8A4-2CF75BA9F9EC}" type="datetimeFigureOut">
              <a:rPr lang="es-AR" smtClean="0"/>
              <a:pPr/>
              <a:t>16/3/23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91D-4590-4808-9877-300A61E123CB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24484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5B6B2-6567-4442-B8A4-2CF75BA9F9EC}" type="datetimeFigureOut">
              <a:rPr lang="es-AR" smtClean="0"/>
              <a:pPr/>
              <a:t>16/3/23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91D-4590-4808-9877-300A61E123CB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8350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514000" y="851512"/>
            <a:ext cx="9961903" cy="3623875"/>
          </a:xfrm>
        </p:spPr>
        <p:txBody>
          <a:bodyPr anchor="b"/>
          <a:lstStyle>
            <a:lvl1pPr algn="l">
              <a:defRPr sz="65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838632" y="851514"/>
            <a:ext cx="16927347" cy="18253041"/>
          </a:xfrm>
        </p:spPr>
        <p:txBody>
          <a:bodyPr/>
          <a:lstStyle>
            <a:lvl1pPr>
              <a:defRPr sz="10300"/>
            </a:lvl1pPr>
            <a:lvl2pPr>
              <a:defRPr sz="9000"/>
            </a:lvl2pPr>
            <a:lvl3pPr>
              <a:defRPr sz="7700"/>
            </a:lvl3pPr>
            <a:lvl4pPr>
              <a:defRPr sz="6500"/>
            </a:lvl4pPr>
            <a:lvl5pPr>
              <a:defRPr sz="6500"/>
            </a:lvl5pPr>
            <a:lvl6pPr>
              <a:defRPr sz="6500"/>
            </a:lvl6pPr>
            <a:lvl7pPr>
              <a:defRPr sz="6500"/>
            </a:lvl7pPr>
            <a:lvl8pPr>
              <a:defRPr sz="6500"/>
            </a:lvl8pPr>
            <a:lvl9pPr>
              <a:defRPr sz="6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514000" y="4475388"/>
            <a:ext cx="9961903" cy="14629167"/>
          </a:xfrm>
        </p:spPr>
        <p:txBody>
          <a:bodyPr/>
          <a:lstStyle>
            <a:lvl1pPr marL="0" indent="0">
              <a:buNone/>
              <a:defRPr sz="4500"/>
            </a:lvl1pPr>
            <a:lvl2pPr marL="1476162" indent="0">
              <a:buNone/>
              <a:defRPr sz="3900"/>
            </a:lvl2pPr>
            <a:lvl3pPr marL="2952323" indent="0">
              <a:buNone/>
              <a:defRPr sz="3200"/>
            </a:lvl3pPr>
            <a:lvl4pPr marL="4428485" indent="0">
              <a:buNone/>
              <a:defRPr sz="2900"/>
            </a:lvl4pPr>
            <a:lvl5pPr marL="5904647" indent="0">
              <a:buNone/>
              <a:defRPr sz="2900"/>
            </a:lvl5pPr>
            <a:lvl6pPr marL="7380808" indent="0">
              <a:buNone/>
              <a:defRPr sz="2900"/>
            </a:lvl6pPr>
            <a:lvl7pPr marL="8856970" indent="0">
              <a:buNone/>
              <a:defRPr sz="2900"/>
            </a:lvl7pPr>
            <a:lvl8pPr marL="10333131" indent="0">
              <a:buNone/>
              <a:defRPr sz="2900"/>
            </a:lvl8pPr>
            <a:lvl9pPr marL="11809293" indent="0">
              <a:buNone/>
              <a:defRPr sz="2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5B6B2-6567-4442-B8A4-2CF75BA9F9EC}" type="datetimeFigureOut">
              <a:rPr lang="es-AR" smtClean="0"/>
              <a:pPr/>
              <a:t>16/3/23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91D-4590-4808-9877-300A61E123CB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77085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935086" y="14970760"/>
            <a:ext cx="18167985" cy="1767383"/>
          </a:xfrm>
        </p:spPr>
        <p:txBody>
          <a:bodyPr anchor="b"/>
          <a:lstStyle>
            <a:lvl1pPr algn="l">
              <a:defRPr sz="65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5935086" y="1910951"/>
            <a:ext cx="18167985" cy="12832080"/>
          </a:xfrm>
        </p:spPr>
        <p:txBody>
          <a:bodyPr/>
          <a:lstStyle>
            <a:lvl1pPr marL="0" indent="0">
              <a:buNone/>
              <a:defRPr sz="10300"/>
            </a:lvl1pPr>
            <a:lvl2pPr marL="1476162" indent="0">
              <a:buNone/>
              <a:defRPr sz="9000"/>
            </a:lvl2pPr>
            <a:lvl3pPr marL="2952323" indent="0">
              <a:buNone/>
              <a:defRPr sz="7700"/>
            </a:lvl3pPr>
            <a:lvl4pPr marL="4428485" indent="0">
              <a:buNone/>
              <a:defRPr sz="6500"/>
            </a:lvl4pPr>
            <a:lvl5pPr marL="5904647" indent="0">
              <a:buNone/>
              <a:defRPr sz="6500"/>
            </a:lvl5pPr>
            <a:lvl6pPr marL="7380808" indent="0">
              <a:buNone/>
              <a:defRPr sz="6500"/>
            </a:lvl6pPr>
            <a:lvl7pPr marL="8856970" indent="0">
              <a:buNone/>
              <a:defRPr sz="6500"/>
            </a:lvl7pPr>
            <a:lvl8pPr marL="10333131" indent="0">
              <a:buNone/>
              <a:defRPr sz="6500"/>
            </a:lvl8pPr>
            <a:lvl9pPr marL="11809293" indent="0">
              <a:buNone/>
              <a:defRPr sz="65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935086" y="16738144"/>
            <a:ext cx="18167985" cy="2509977"/>
          </a:xfrm>
        </p:spPr>
        <p:txBody>
          <a:bodyPr/>
          <a:lstStyle>
            <a:lvl1pPr marL="0" indent="0">
              <a:buNone/>
              <a:defRPr sz="4500"/>
            </a:lvl1pPr>
            <a:lvl2pPr marL="1476162" indent="0">
              <a:buNone/>
              <a:defRPr sz="3900"/>
            </a:lvl2pPr>
            <a:lvl3pPr marL="2952323" indent="0">
              <a:buNone/>
              <a:defRPr sz="3200"/>
            </a:lvl3pPr>
            <a:lvl4pPr marL="4428485" indent="0">
              <a:buNone/>
              <a:defRPr sz="2900"/>
            </a:lvl4pPr>
            <a:lvl5pPr marL="5904647" indent="0">
              <a:buNone/>
              <a:defRPr sz="2900"/>
            </a:lvl5pPr>
            <a:lvl6pPr marL="7380808" indent="0">
              <a:buNone/>
              <a:defRPr sz="2900"/>
            </a:lvl6pPr>
            <a:lvl7pPr marL="8856970" indent="0">
              <a:buNone/>
              <a:defRPr sz="2900"/>
            </a:lvl7pPr>
            <a:lvl8pPr marL="10333131" indent="0">
              <a:buNone/>
              <a:defRPr sz="2900"/>
            </a:lvl8pPr>
            <a:lvl9pPr marL="11809293" indent="0">
              <a:buNone/>
              <a:defRPr sz="2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5B6B2-6567-4442-B8A4-2CF75BA9F9EC}" type="datetimeFigureOut">
              <a:rPr lang="es-AR" smtClean="0"/>
              <a:pPr/>
              <a:t>16/3/23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91D-4590-4808-9877-300A61E123CB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99781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5B6B2-6567-4442-B8A4-2CF75BA9F9EC}" type="datetimeFigureOut">
              <a:rPr lang="es-AR" smtClean="0"/>
              <a:pPr/>
              <a:t>16/3/23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91D-4590-4808-9877-300A61E123CB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85152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51344535" y="3782297"/>
            <a:ext cx="15933784" cy="805718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543181" y="3782297"/>
            <a:ext cx="47296691" cy="805718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5B6B2-6567-4442-B8A4-2CF75BA9F9EC}" type="datetimeFigureOut">
              <a:rPr lang="es-AR" smtClean="0"/>
              <a:pPr/>
              <a:t>16/3/23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AC91D-4590-4808-9877-300A61E123CB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6195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1513999" y="856465"/>
            <a:ext cx="27251978" cy="3564467"/>
          </a:xfrm>
          <a:prstGeom prst="rect">
            <a:avLst/>
          </a:prstGeom>
        </p:spPr>
        <p:txBody>
          <a:bodyPr vert="horz" lIns="295232" tIns="147616" rIns="295232" bIns="147616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513999" y="4990256"/>
            <a:ext cx="27251978" cy="14114300"/>
          </a:xfrm>
          <a:prstGeom prst="rect">
            <a:avLst/>
          </a:prstGeom>
        </p:spPr>
        <p:txBody>
          <a:bodyPr vert="horz" lIns="295232" tIns="147616" rIns="295232" bIns="147616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1514001" y="19822397"/>
            <a:ext cx="7065327" cy="1138649"/>
          </a:xfrm>
          <a:prstGeom prst="rect">
            <a:avLst/>
          </a:prstGeom>
        </p:spPr>
        <p:txBody>
          <a:bodyPr vert="horz" lIns="295232" tIns="147616" rIns="295232" bIns="147616" rtlCol="0" anchor="ctr"/>
          <a:lstStyle>
            <a:lvl1pPr algn="l">
              <a:defRPr sz="3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5B6B2-6567-4442-B8A4-2CF75BA9F9EC}" type="datetimeFigureOut">
              <a:rPr lang="es-AR" smtClean="0"/>
              <a:pPr/>
              <a:t>16/3/23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10345661" y="19822397"/>
            <a:ext cx="9588659" cy="1138649"/>
          </a:xfrm>
          <a:prstGeom prst="rect">
            <a:avLst/>
          </a:prstGeom>
        </p:spPr>
        <p:txBody>
          <a:bodyPr vert="horz" lIns="295232" tIns="147616" rIns="295232" bIns="147616" rtlCol="0" anchor="ctr"/>
          <a:lstStyle>
            <a:lvl1pPr algn="ctr">
              <a:defRPr sz="3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21700651" y="19822397"/>
            <a:ext cx="7065327" cy="1138649"/>
          </a:xfrm>
          <a:prstGeom prst="rect">
            <a:avLst/>
          </a:prstGeom>
        </p:spPr>
        <p:txBody>
          <a:bodyPr vert="horz" lIns="295232" tIns="147616" rIns="295232" bIns="147616" rtlCol="0" anchor="ctr"/>
          <a:lstStyle>
            <a:lvl1pPr algn="r">
              <a:defRPr sz="3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AC91D-4590-4808-9877-300A61E123CB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91591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952323" rtl="0" eaLnBrk="1" latinLnBrk="0" hangingPunct="1">
        <a:spcBef>
          <a:spcPct val="0"/>
        </a:spcBef>
        <a:buNone/>
        <a:defRPr sz="1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07121" indent="-1107121" algn="l" defTabSz="2952323" rtl="0" eaLnBrk="1" latinLnBrk="0" hangingPunct="1">
        <a:spcBef>
          <a:spcPct val="20000"/>
        </a:spcBef>
        <a:buFont typeface="Arial" pitchFamily="34" charset="0"/>
        <a:buChar char="•"/>
        <a:defRPr sz="10300" kern="1200">
          <a:solidFill>
            <a:schemeClr val="tx1"/>
          </a:solidFill>
          <a:latin typeface="+mn-lt"/>
          <a:ea typeface="+mn-ea"/>
          <a:cs typeface="+mn-cs"/>
        </a:defRPr>
      </a:lvl1pPr>
      <a:lvl2pPr marL="2398763" indent="-922601" algn="l" defTabSz="2952323" rtl="0" eaLnBrk="1" latinLnBrk="0" hangingPunct="1">
        <a:spcBef>
          <a:spcPct val="20000"/>
        </a:spcBef>
        <a:buFont typeface="Arial" pitchFamily="34" charset="0"/>
        <a:buChar char="–"/>
        <a:defRPr sz="9000" kern="1200">
          <a:solidFill>
            <a:schemeClr val="tx1"/>
          </a:solidFill>
          <a:latin typeface="+mn-lt"/>
          <a:ea typeface="+mn-ea"/>
          <a:cs typeface="+mn-cs"/>
        </a:defRPr>
      </a:lvl2pPr>
      <a:lvl3pPr marL="3690404" indent="-738081" algn="l" defTabSz="2952323" rtl="0" eaLnBrk="1" latinLnBrk="0" hangingPunct="1">
        <a:spcBef>
          <a:spcPct val="20000"/>
        </a:spcBef>
        <a:buFont typeface="Arial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3pPr>
      <a:lvl4pPr marL="5166566" indent="-738081" algn="l" defTabSz="2952323" rtl="0" eaLnBrk="1" latinLnBrk="0" hangingPunct="1">
        <a:spcBef>
          <a:spcPct val="20000"/>
        </a:spcBef>
        <a:buFont typeface="Arial" pitchFamily="34" charset="0"/>
        <a:buChar char="–"/>
        <a:defRPr sz="6500" kern="1200">
          <a:solidFill>
            <a:schemeClr val="tx1"/>
          </a:solidFill>
          <a:latin typeface="+mn-lt"/>
          <a:ea typeface="+mn-ea"/>
          <a:cs typeface="+mn-cs"/>
        </a:defRPr>
      </a:lvl4pPr>
      <a:lvl5pPr marL="6642727" indent="-738081" algn="l" defTabSz="2952323" rtl="0" eaLnBrk="1" latinLnBrk="0" hangingPunct="1">
        <a:spcBef>
          <a:spcPct val="20000"/>
        </a:spcBef>
        <a:buFont typeface="Arial" pitchFamily="34" charset="0"/>
        <a:buChar char="»"/>
        <a:defRPr sz="6500" kern="1200">
          <a:solidFill>
            <a:schemeClr val="tx1"/>
          </a:solidFill>
          <a:latin typeface="+mn-lt"/>
          <a:ea typeface="+mn-ea"/>
          <a:cs typeface="+mn-cs"/>
        </a:defRPr>
      </a:lvl5pPr>
      <a:lvl6pPr marL="8118889" indent="-738081" algn="l" defTabSz="2952323" rtl="0" eaLnBrk="1" latinLnBrk="0" hangingPunct="1">
        <a:spcBef>
          <a:spcPct val="20000"/>
        </a:spcBef>
        <a:buFont typeface="Arial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6pPr>
      <a:lvl7pPr marL="9595051" indent="-738081" algn="l" defTabSz="2952323" rtl="0" eaLnBrk="1" latinLnBrk="0" hangingPunct="1">
        <a:spcBef>
          <a:spcPct val="20000"/>
        </a:spcBef>
        <a:buFont typeface="Arial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7pPr>
      <a:lvl8pPr marL="11071212" indent="-738081" algn="l" defTabSz="2952323" rtl="0" eaLnBrk="1" latinLnBrk="0" hangingPunct="1">
        <a:spcBef>
          <a:spcPct val="20000"/>
        </a:spcBef>
        <a:buFont typeface="Arial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8pPr>
      <a:lvl9pPr marL="12547374" indent="-738081" algn="l" defTabSz="2952323" rtl="0" eaLnBrk="1" latinLnBrk="0" hangingPunct="1">
        <a:spcBef>
          <a:spcPct val="20000"/>
        </a:spcBef>
        <a:buFont typeface="Arial" pitchFamily="34" charset="0"/>
        <a:buChar char="•"/>
        <a:defRPr sz="6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2952323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1pPr>
      <a:lvl2pPr marL="1476162" algn="l" defTabSz="2952323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2pPr>
      <a:lvl3pPr marL="2952323" algn="l" defTabSz="2952323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3pPr>
      <a:lvl4pPr marL="4428485" algn="l" defTabSz="2952323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4pPr>
      <a:lvl5pPr marL="5904647" algn="l" defTabSz="2952323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5pPr>
      <a:lvl6pPr marL="7380808" algn="l" defTabSz="2952323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6pPr>
      <a:lvl7pPr marL="8856970" algn="l" defTabSz="2952323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7pPr>
      <a:lvl8pPr marL="10333131" algn="l" defTabSz="2952323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8pPr>
      <a:lvl9pPr marL="11809293" algn="l" defTabSz="2952323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1 Título"/>
          <p:cNvSpPr txBox="1">
            <a:spLocks/>
          </p:cNvSpPr>
          <p:nvPr/>
        </p:nvSpPr>
        <p:spPr>
          <a:xfrm>
            <a:off x="1251397" y="379956"/>
            <a:ext cx="27777179" cy="2230018"/>
          </a:xfrm>
          <a:prstGeom prst="rect">
            <a:avLst/>
          </a:prstGeom>
        </p:spPr>
        <p:txBody>
          <a:bodyPr vert="horz" lIns="295232" tIns="147616" rIns="295232" bIns="147616" rtlCol="0" anchor="ctr">
            <a:normAutofit fontScale="90000" lnSpcReduction="10000"/>
          </a:bodyPr>
          <a:lstStyle>
            <a:lvl1pPr algn="ctr" defTabSz="2952323" rtl="0" eaLnBrk="1" latinLnBrk="0" hangingPunct="1">
              <a:spcBef>
                <a:spcPct val="0"/>
              </a:spcBef>
              <a:buNone/>
              <a:defRPr sz="14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dirty="0"/>
              <a:t>[Título del Trabajo Práctico Integrador]</a:t>
            </a:r>
          </a:p>
        </p:txBody>
      </p:sp>
      <p:sp>
        <p:nvSpPr>
          <p:cNvPr id="34" name="1 Título"/>
          <p:cNvSpPr txBox="1">
            <a:spLocks/>
          </p:cNvSpPr>
          <p:nvPr/>
        </p:nvSpPr>
        <p:spPr>
          <a:xfrm>
            <a:off x="6194612" y="2133185"/>
            <a:ext cx="17890748" cy="1260140"/>
          </a:xfrm>
          <a:prstGeom prst="rect">
            <a:avLst/>
          </a:prstGeom>
        </p:spPr>
        <p:txBody>
          <a:bodyPr vert="horz" lIns="295232" tIns="147616" rIns="295232" bIns="147616" rtlCol="0" anchor="ctr">
            <a:normAutofit fontScale="90000" lnSpcReduction="20000"/>
          </a:bodyPr>
          <a:lstStyle>
            <a:lvl1pPr algn="ctr" defTabSz="2952323" rtl="0" eaLnBrk="1" latinLnBrk="0" hangingPunct="1">
              <a:spcBef>
                <a:spcPct val="0"/>
              </a:spcBef>
              <a:buNone/>
              <a:defRPr sz="14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8000" dirty="0"/>
              <a:t>Introducción a la Ingeniería</a:t>
            </a:r>
          </a:p>
        </p:txBody>
      </p:sp>
      <p:sp>
        <p:nvSpPr>
          <p:cNvPr id="41" name="1 Título"/>
          <p:cNvSpPr txBox="1">
            <a:spLocks/>
          </p:cNvSpPr>
          <p:nvPr/>
        </p:nvSpPr>
        <p:spPr>
          <a:xfrm>
            <a:off x="882403" y="11629504"/>
            <a:ext cx="7004458" cy="1218425"/>
          </a:xfrm>
          <a:prstGeom prst="rect">
            <a:avLst/>
          </a:prstGeom>
        </p:spPr>
        <p:txBody>
          <a:bodyPr vert="horz" lIns="295232" tIns="147616" rIns="295232" bIns="147616" rtlCol="0" anchor="ctr">
            <a:noAutofit/>
          </a:bodyPr>
          <a:lstStyle>
            <a:lvl1pPr algn="ctr" defTabSz="2952323" rtl="0" eaLnBrk="1" latinLnBrk="0" hangingPunct="1">
              <a:spcBef>
                <a:spcPct val="0"/>
              </a:spcBef>
              <a:buNone/>
              <a:defRPr sz="14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s-AR" sz="4800" dirty="0"/>
          </a:p>
        </p:txBody>
      </p:sp>
      <p:sp>
        <p:nvSpPr>
          <p:cNvPr id="59" name="58 Flecha en U"/>
          <p:cNvSpPr/>
          <p:nvPr/>
        </p:nvSpPr>
        <p:spPr>
          <a:xfrm rot="10800000" flipH="1">
            <a:off x="8186136" y="19275202"/>
            <a:ext cx="3425459" cy="986302"/>
          </a:xfrm>
          <a:prstGeom prst="utur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60" name="59 Flecha arriba"/>
          <p:cNvSpPr/>
          <p:nvPr/>
        </p:nvSpPr>
        <p:spPr>
          <a:xfrm>
            <a:off x="11054272" y="4901478"/>
            <a:ext cx="527805" cy="14298470"/>
          </a:xfrm>
          <a:prstGeom prst="up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28 CuadroTexto"/>
          <p:cNvSpPr txBox="1"/>
          <p:nvPr/>
        </p:nvSpPr>
        <p:spPr>
          <a:xfrm>
            <a:off x="472894" y="20809045"/>
            <a:ext cx="23812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/>
              <a:t>Lugar y Fecha - Equipo </a:t>
            </a:r>
            <a:r>
              <a:rPr lang="es-AR" sz="2400" dirty="0" err="1"/>
              <a:t>N°</a:t>
            </a:r>
            <a:r>
              <a:rPr lang="es-AR" sz="2400" dirty="0"/>
              <a:t>: [XX] - [Nombre y Apellido 1], [Nombre y Apellido 2], [Nombre y Apellido 3], [Nombre y Apellido 4] , [Nombre y Apellido 5] - Tutor de Equipo: [Nombre y Apellido]</a:t>
            </a:r>
          </a:p>
        </p:txBody>
      </p:sp>
      <p:sp>
        <p:nvSpPr>
          <p:cNvPr id="30" name="1 Título"/>
          <p:cNvSpPr txBox="1">
            <a:spLocks/>
          </p:cNvSpPr>
          <p:nvPr/>
        </p:nvSpPr>
        <p:spPr>
          <a:xfrm>
            <a:off x="797286" y="3605334"/>
            <a:ext cx="9624079" cy="12961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lIns="295232" tIns="147616" rIns="295232" bIns="147616" rtlCol="0" anchor="ctr">
            <a:normAutofit fontScale="97500"/>
          </a:bodyPr>
          <a:lstStyle>
            <a:lvl1pPr algn="ctr" defTabSz="2952323" rtl="0" eaLnBrk="1" latinLnBrk="0" hangingPunct="1">
              <a:spcBef>
                <a:spcPct val="0"/>
              </a:spcBef>
              <a:buNone/>
              <a:defRPr sz="14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5400" dirty="0"/>
              <a:t>[Situación Bajo Estudio]</a:t>
            </a:r>
          </a:p>
        </p:txBody>
      </p:sp>
      <p:sp>
        <p:nvSpPr>
          <p:cNvPr id="31" name="1 Título"/>
          <p:cNvSpPr txBox="1">
            <a:spLocks/>
          </p:cNvSpPr>
          <p:nvPr/>
        </p:nvSpPr>
        <p:spPr>
          <a:xfrm>
            <a:off x="1343849" y="9618165"/>
            <a:ext cx="2894111" cy="1368152"/>
          </a:xfrm>
          <a:prstGeom prst="rect">
            <a:avLst/>
          </a:prstGeom>
        </p:spPr>
        <p:txBody>
          <a:bodyPr vert="horz" lIns="295232" tIns="147616" rIns="295232" bIns="147616" rtlCol="0" anchor="ctr">
            <a:noAutofit/>
          </a:bodyPr>
          <a:lstStyle>
            <a:lvl1pPr algn="ctr" defTabSz="2952323" rtl="0" eaLnBrk="1" latinLnBrk="0" hangingPunct="1">
              <a:spcBef>
                <a:spcPct val="0"/>
              </a:spcBef>
              <a:buNone/>
              <a:defRPr sz="14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3600" dirty="0"/>
              <a:t>Figura </a:t>
            </a:r>
            <a:r>
              <a:rPr lang="es-AR" sz="3600" dirty="0" err="1"/>
              <a:t>N°XX</a:t>
            </a:r>
            <a:r>
              <a:rPr lang="es-AR" sz="3600" dirty="0"/>
              <a:t> Ubicación</a:t>
            </a:r>
          </a:p>
        </p:txBody>
      </p:sp>
      <p:sp>
        <p:nvSpPr>
          <p:cNvPr id="53" name="1 Título"/>
          <p:cNvSpPr txBox="1">
            <a:spLocks/>
          </p:cNvSpPr>
          <p:nvPr/>
        </p:nvSpPr>
        <p:spPr>
          <a:xfrm>
            <a:off x="6389062" y="9618165"/>
            <a:ext cx="3186949" cy="1368152"/>
          </a:xfrm>
          <a:prstGeom prst="rect">
            <a:avLst/>
          </a:prstGeom>
        </p:spPr>
        <p:txBody>
          <a:bodyPr vert="horz" lIns="295232" tIns="147616" rIns="295232" bIns="147616" rtlCol="0" anchor="ctr">
            <a:noAutofit/>
          </a:bodyPr>
          <a:lstStyle>
            <a:lvl1pPr algn="ctr" defTabSz="2952323" rtl="0" eaLnBrk="1" latinLnBrk="0" hangingPunct="1">
              <a:spcBef>
                <a:spcPct val="0"/>
              </a:spcBef>
              <a:buNone/>
              <a:defRPr sz="14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3600" dirty="0"/>
              <a:t>Figura </a:t>
            </a:r>
            <a:r>
              <a:rPr lang="es-AR" sz="3600" dirty="0" err="1"/>
              <a:t>N°XX</a:t>
            </a:r>
            <a:r>
              <a:rPr lang="es-AR" sz="3600" dirty="0"/>
              <a:t> Descripción</a:t>
            </a:r>
          </a:p>
        </p:txBody>
      </p:sp>
      <p:pic>
        <p:nvPicPr>
          <p:cNvPr id="2" name="Imagen 1" descr="Captura de pantalla 2016-04-01 a las 23.35.23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1306" y="18203136"/>
            <a:ext cx="2785775" cy="3014855"/>
          </a:xfrm>
          <a:prstGeom prst="rect">
            <a:avLst/>
          </a:prstGeom>
        </p:spPr>
      </p:pic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D3B2D4ED-0E20-ADF1-F9B6-27941B4157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86" y="5946671"/>
            <a:ext cx="3976068" cy="3686453"/>
          </a:xfrm>
          <a:prstGeom prst="rect">
            <a:avLst/>
          </a:prstGeom>
        </p:spPr>
      </p:pic>
      <p:sp>
        <p:nvSpPr>
          <p:cNvPr id="5" name="1 Título">
            <a:extLst>
              <a:ext uri="{FF2B5EF4-FFF2-40B4-BE49-F238E27FC236}">
                <a16:creationId xmlns:a16="http://schemas.microsoft.com/office/drawing/2014/main" id="{9D00C58D-985E-388E-6307-8DC57AFE0CFF}"/>
              </a:ext>
            </a:extLst>
          </p:cNvPr>
          <p:cNvSpPr txBox="1">
            <a:spLocks/>
          </p:cNvSpPr>
          <p:nvPr/>
        </p:nvSpPr>
        <p:spPr>
          <a:xfrm>
            <a:off x="882403" y="5114768"/>
            <a:ext cx="3796802" cy="1260140"/>
          </a:xfrm>
          <a:prstGeom prst="rect">
            <a:avLst/>
          </a:prstGeom>
        </p:spPr>
        <p:txBody>
          <a:bodyPr vert="horz" lIns="295232" tIns="147616" rIns="295232" bIns="147616" rtlCol="0" anchor="ctr">
            <a:normAutofit fontScale="90000" lnSpcReduction="20000"/>
          </a:bodyPr>
          <a:lstStyle>
            <a:lvl1pPr algn="ctr" defTabSz="2952323" rtl="0" eaLnBrk="1" latinLnBrk="0" hangingPunct="1">
              <a:spcBef>
                <a:spcPct val="0"/>
              </a:spcBef>
              <a:buNone/>
              <a:defRPr sz="14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8000" b="1" dirty="0"/>
              <a:t>[mapa]</a:t>
            </a:r>
          </a:p>
        </p:txBody>
      </p:sp>
      <p:pic>
        <p:nvPicPr>
          <p:cNvPr id="8" name="Picture 7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710A00D8-729E-5BC9-BB5E-093B789376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707" y="5946004"/>
            <a:ext cx="4877658" cy="3667276"/>
          </a:xfrm>
          <a:prstGeom prst="rect">
            <a:avLst/>
          </a:prstGeom>
        </p:spPr>
      </p:pic>
      <p:sp>
        <p:nvSpPr>
          <p:cNvPr id="6" name="1 Título">
            <a:extLst>
              <a:ext uri="{FF2B5EF4-FFF2-40B4-BE49-F238E27FC236}">
                <a16:creationId xmlns:a16="http://schemas.microsoft.com/office/drawing/2014/main" id="{E02B055D-7195-345E-1809-D2BB0AD6A248}"/>
              </a:ext>
            </a:extLst>
          </p:cNvPr>
          <p:cNvSpPr txBox="1">
            <a:spLocks/>
          </p:cNvSpPr>
          <p:nvPr/>
        </p:nvSpPr>
        <p:spPr>
          <a:xfrm>
            <a:off x="6249164" y="5140724"/>
            <a:ext cx="3796802" cy="1260140"/>
          </a:xfrm>
          <a:prstGeom prst="rect">
            <a:avLst/>
          </a:prstGeom>
        </p:spPr>
        <p:txBody>
          <a:bodyPr vert="horz" lIns="295232" tIns="147616" rIns="295232" bIns="147616" rtlCol="0" anchor="ctr">
            <a:normAutofit fontScale="90000" lnSpcReduction="20000"/>
          </a:bodyPr>
          <a:lstStyle>
            <a:lvl1pPr algn="ctr" defTabSz="2952323" rtl="0" eaLnBrk="1" latinLnBrk="0" hangingPunct="1">
              <a:spcBef>
                <a:spcPct val="0"/>
              </a:spcBef>
              <a:buNone/>
              <a:defRPr sz="14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8000" b="1" dirty="0"/>
              <a:t>[fotos]</a:t>
            </a:r>
          </a:p>
        </p:txBody>
      </p:sp>
      <p:sp>
        <p:nvSpPr>
          <p:cNvPr id="9" name="1 Título">
            <a:extLst>
              <a:ext uri="{FF2B5EF4-FFF2-40B4-BE49-F238E27FC236}">
                <a16:creationId xmlns:a16="http://schemas.microsoft.com/office/drawing/2014/main" id="{C1A3EF8C-74D6-7743-78EA-2BD9619EA3EF}"/>
              </a:ext>
            </a:extLst>
          </p:cNvPr>
          <p:cNvSpPr txBox="1">
            <a:spLocks/>
          </p:cNvSpPr>
          <p:nvPr/>
        </p:nvSpPr>
        <p:spPr>
          <a:xfrm>
            <a:off x="797286" y="11685641"/>
            <a:ext cx="9624079" cy="221067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lIns="295232" tIns="147616" rIns="295232" bIns="147616" rtlCol="0" anchor="ctr">
            <a:noAutofit/>
          </a:bodyPr>
          <a:lstStyle>
            <a:lvl1pPr algn="ctr" defTabSz="2952323" rtl="0" eaLnBrk="1" latinLnBrk="0" hangingPunct="1">
              <a:spcBef>
                <a:spcPct val="0"/>
              </a:spcBef>
              <a:buNone/>
              <a:defRPr sz="14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5400" dirty="0"/>
              <a:t>[Problema/Oportunidad de </a:t>
            </a:r>
          </a:p>
          <a:p>
            <a:r>
              <a:rPr lang="es-AR" sz="5400" dirty="0"/>
              <a:t>Mejora Identificado]</a:t>
            </a:r>
          </a:p>
        </p:txBody>
      </p:sp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FA51E9F9-AF0F-4113-2862-14A5393739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7395" y="14719502"/>
            <a:ext cx="6057182" cy="1233870"/>
          </a:xfrm>
          <a:prstGeom prst="rect">
            <a:avLst/>
          </a:prstGeom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EF64D624-75A4-E743-24F9-15740D06D27E}"/>
              </a:ext>
            </a:extLst>
          </p:cNvPr>
          <p:cNvSpPr txBox="1">
            <a:spLocks/>
          </p:cNvSpPr>
          <p:nvPr/>
        </p:nvSpPr>
        <p:spPr>
          <a:xfrm>
            <a:off x="797286" y="13896313"/>
            <a:ext cx="9624079" cy="1260140"/>
          </a:xfrm>
          <a:prstGeom prst="rect">
            <a:avLst/>
          </a:prstGeom>
        </p:spPr>
        <p:txBody>
          <a:bodyPr vert="horz" lIns="295232" tIns="147616" rIns="295232" bIns="147616" rtlCol="0" anchor="ctr">
            <a:normAutofit fontScale="60000" lnSpcReduction="20000"/>
          </a:bodyPr>
          <a:lstStyle>
            <a:lvl1pPr algn="ctr" defTabSz="2952323" rtl="0" eaLnBrk="1" latinLnBrk="0" hangingPunct="1">
              <a:spcBef>
                <a:spcPct val="0"/>
              </a:spcBef>
              <a:buNone/>
              <a:defRPr sz="14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8000" b="1" dirty="0">
                <a:solidFill>
                  <a:schemeClr val="accent5">
                    <a:lumMod val="75000"/>
                  </a:schemeClr>
                </a:solidFill>
              </a:rPr>
              <a:t>[oración explicando el problema]</a:t>
            </a:r>
          </a:p>
        </p:txBody>
      </p:sp>
      <p:pic>
        <p:nvPicPr>
          <p:cNvPr id="14" name="Picture 1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4A6D87B-4770-B1C7-E429-55E378233E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3" y="16271966"/>
            <a:ext cx="5292319" cy="3579328"/>
          </a:xfrm>
          <a:prstGeom prst="rect">
            <a:avLst/>
          </a:prstGeom>
        </p:spPr>
      </p:pic>
      <p:sp>
        <p:nvSpPr>
          <p:cNvPr id="15" name="1 Título">
            <a:extLst>
              <a:ext uri="{FF2B5EF4-FFF2-40B4-BE49-F238E27FC236}">
                <a16:creationId xmlns:a16="http://schemas.microsoft.com/office/drawing/2014/main" id="{E49626CB-FBBF-1FE4-3DDB-FBA65221CD4A}"/>
              </a:ext>
            </a:extLst>
          </p:cNvPr>
          <p:cNvSpPr txBox="1">
            <a:spLocks/>
          </p:cNvSpPr>
          <p:nvPr/>
        </p:nvSpPr>
        <p:spPr>
          <a:xfrm>
            <a:off x="5734797" y="16945534"/>
            <a:ext cx="5292319" cy="2434397"/>
          </a:xfrm>
          <a:prstGeom prst="rect">
            <a:avLst/>
          </a:prstGeom>
        </p:spPr>
        <p:txBody>
          <a:bodyPr vert="horz" lIns="295232" tIns="147616" rIns="295232" bIns="147616" rtlCol="0" anchor="ctr">
            <a:normAutofit fontScale="75000" lnSpcReduction="20000"/>
          </a:bodyPr>
          <a:lstStyle>
            <a:lvl1pPr algn="ctr" defTabSz="2952323" rtl="0" eaLnBrk="1" latinLnBrk="0" hangingPunct="1">
              <a:spcBef>
                <a:spcPct val="0"/>
              </a:spcBef>
              <a:buNone/>
              <a:defRPr sz="14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8000" b="1" dirty="0"/>
              <a:t>[causa raíz + herramientas]</a:t>
            </a:r>
          </a:p>
        </p:txBody>
      </p:sp>
      <p:sp>
        <p:nvSpPr>
          <p:cNvPr id="16" name="58 Flecha en U">
            <a:extLst>
              <a:ext uri="{FF2B5EF4-FFF2-40B4-BE49-F238E27FC236}">
                <a16:creationId xmlns:a16="http://schemas.microsoft.com/office/drawing/2014/main" id="{62CFAAEF-A76C-0FB7-8C10-BF44D844589C}"/>
              </a:ext>
            </a:extLst>
          </p:cNvPr>
          <p:cNvSpPr/>
          <p:nvPr/>
        </p:nvSpPr>
        <p:spPr>
          <a:xfrm>
            <a:off x="11210472" y="3579706"/>
            <a:ext cx="3425459" cy="986302"/>
          </a:xfrm>
          <a:prstGeom prst="utur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17" name="1 Título">
            <a:extLst>
              <a:ext uri="{FF2B5EF4-FFF2-40B4-BE49-F238E27FC236}">
                <a16:creationId xmlns:a16="http://schemas.microsoft.com/office/drawing/2014/main" id="{64345C98-7935-FEDB-CCF3-4D39F0CFDD8C}"/>
              </a:ext>
            </a:extLst>
          </p:cNvPr>
          <p:cNvSpPr txBox="1">
            <a:spLocks/>
          </p:cNvSpPr>
          <p:nvPr/>
        </p:nvSpPr>
        <p:spPr>
          <a:xfrm>
            <a:off x="11840114" y="4752389"/>
            <a:ext cx="9624079" cy="12961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lIns="295232" tIns="147616" rIns="295232" bIns="147616" rtlCol="0" anchor="ctr">
            <a:normAutofit fontScale="97500"/>
          </a:bodyPr>
          <a:lstStyle>
            <a:lvl1pPr algn="ctr" defTabSz="2952323" rtl="0" eaLnBrk="1" latinLnBrk="0" hangingPunct="1">
              <a:spcBef>
                <a:spcPct val="0"/>
              </a:spcBef>
              <a:buNone/>
              <a:defRPr sz="14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5400" dirty="0"/>
              <a:t>[Posibles Soluciones]</a:t>
            </a:r>
          </a:p>
        </p:txBody>
      </p:sp>
      <p:pic>
        <p:nvPicPr>
          <p:cNvPr id="19" name="Picture 18" descr="A picture containing pencil, pallette&#10;&#10;Description automatically generated">
            <a:extLst>
              <a:ext uri="{FF2B5EF4-FFF2-40B4-BE49-F238E27FC236}">
                <a16:creationId xmlns:a16="http://schemas.microsoft.com/office/drawing/2014/main" id="{45C2DD95-6BB0-5AEB-E96C-209DA13066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9959" y="6538779"/>
            <a:ext cx="7124387" cy="7124387"/>
          </a:xfrm>
          <a:prstGeom prst="rect">
            <a:avLst/>
          </a:prstGeom>
        </p:spPr>
      </p:pic>
      <p:sp>
        <p:nvSpPr>
          <p:cNvPr id="20" name="1 Título">
            <a:extLst>
              <a:ext uri="{FF2B5EF4-FFF2-40B4-BE49-F238E27FC236}">
                <a16:creationId xmlns:a16="http://schemas.microsoft.com/office/drawing/2014/main" id="{56ADA5D8-B4A8-2460-16ED-D2EB6F427BBE}"/>
              </a:ext>
            </a:extLst>
          </p:cNvPr>
          <p:cNvSpPr txBox="1">
            <a:spLocks/>
          </p:cNvSpPr>
          <p:nvPr/>
        </p:nvSpPr>
        <p:spPr>
          <a:xfrm>
            <a:off x="11840114" y="6048533"/>
            <a:ext cx="9624079" cy="1260140"/>
          </a:xfrm>
          <a:prstGeom prst="rect">
            <a:avLst/>
          </a:prstGeom>
        </p:spPr>
        <p:txBody>
          <a:bodyPr vert="horz" lIns="295232" tIns="147616" rIns="295232" bIns="147616" rtlCol="0" anchor="ctr">
            <a:normAutofit fontScale="67500" lnSpcReduction="20000"/>
          </a:bodyPr>
          <a:lstStyle>
            <a:lvl1pPr algn="ctr" defTabSz="2952323" rtl="0" eaLnBrk="1" latinLnBrk="0" hangingPunct="1">
              <a:spcBef>
                <a:spcPct val="0"/>
              </a:spcBef>
              <a:buNone/>
              <a:defRPr sz="14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8000" b="1" dirty="0"/>
              <a:t>[todas las soluciones pensadas]</a:t>
            </a:r>
          </a:p>
        </p:txBody>
      </p:sp>
      <p:sp>
        <p:nvSpPr>
          <p:cNvPr id="23" name="1 Título">
            <a:extLst>
              <a:ext uri="{FF2B5EF4-FFF2-40B4-BE49-F238E27FC236}">
                <a16:creationId xmlns:a16="http://schemas.microsoft.com/office/drawing/2014/main" id="{5C0087E2-0AD5-3225-FA20-0C5802BFEF58}"/>
              </a:ext>
            </a:extLst>
          </p:cNvPr>
          <p:cNvSpPr txBox="1">
            <a:spLocks/>
          </p:cNvSpPr>
          <p:nvPr/>
        </p:nvSpPr>
        <p:spPr>
          <a:xfrm>
            <a:off x="11840112" y="14024534"/>
            <a:ext cx="9624079" cy="12961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lIns="295232" tIns="147616" rIns="295232" bIns="147616" rtlCol="0" anchor="ctr">
            <a:normAutofit fontScale="97500"/>
          </a:bodyPr>
          <a:lstStyle>
            <a:lvl1pPr algn="ctr" defTabSz="2952323" rtl="0" eaLnBrk="1" latinLnBrk="0" hangingPunct="1">
              <a:spcBef>
                <a:spcPct val="0"/>
              </a:spcBef>
              <a:buNone/>
              <a:defRPr sz="14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5400" dirty="0"/>
              <a:t>[Solución Elegida y Justificación]</a:t>
            </a:r>
          </a:p>
        </p:txBody>
      </p:sp>
      <p:pic>
        <p:nvPicPr>
          <p:cNvPr id="26" name="Picture 25" descr="Shape&#10;&#10;Description automatically generated with medium confidence">
            <a:extLst>
              <a:ext uri="{FF2B5EF4-FFF2-40B4-BE49-F238E27FC236}">
                <a16:creationId xmlns:a16="http://schemas.microsoft.com/office/drawing/2014/main" id="{9E696258-ACAA-115D-01AA-5F91FCDBB2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3559" y="16957054"/>
            <a:ext cx="6057182" cy="1233870"/>
          </a:xfrm>
          <a:prstGeom prst="rect">
            <a:avLst/>
          </a:prstGeom>
        </p:spPr>
      </p:pic>
      <p:sp>
        <p:nvSpPr>
          <p:cNvPr id="27" name="1 Título">
            <a:extLst>
              <a:ext uri="{FF2B5EF4-FFF2-40B4-BE49-F238E27FC236}">
                <a16:creationId xmlns:a16="http://schemas.microsoft.com/office/drawing/2014/main" id="{9065DFD7-CFCC-361C-65F4-D4C96EA34760}"/>
              </a:ext>
            </a:extLst>
          </p:cNvPr>
          <p:cNvSpPr txBox="1">
            <a:spLocks/>
          </p:cNvSpPr>
          <p:nvPr/>
        </p:nvSpPr>
        <p:spPr>
          <a:xfrm>
            <a:off x="11840111" y="15578188"/>
            <a:ext cx="9624079" cy="1350457"/>
          </a:xfrm>
          <a:prstGeom prst="rect">
            <a:avLst/>
          </a:prstGeom>
        </p:spPr>
        <p:txBody>
          <a:bodyPr vert="horz" lIns="295232" tIns="147616" rIns="295232" bIns="147616" rtlCol="0" anchor="ctr">
            <a:noAutofit/>
          </a:bodyPr>
          <a:lstStyle>
            <a:lvl1pPr algn="ctr" defTabSz="2952323" rtl="0" eaLnBrk="1" latinLnBrk="0" hangingPunct="1">
              <a:spcBef>
                <a:spcPct val="0"/>
              </a:spcBef>
              <a:buNone/>
              <a:defRPr sz="14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800" b="1" dirty="0">
                <a:solidFill>
                  <a:schemeClr val="accent5">
                    <a:lumMod val="75000"/>
                  </a:schemeClr>
                </a:solidFill>
              </a:rPr>
              <a:t>[párrafo explicando la solución elegida y por qué]</a:t>
            </a:r>
          </a:p>
        </p:txBody>
      </p:sp>
      <p:sp>
        <p:nvSpPr>
          <p:cNvPr id="32" name="1 Título">
            <a:extLst>
              <a:ext uri="{FF2B5EF4-FFF2-40B4-BE49-F238E27FC236}">
                <a16:creationId xmlns:a16="http://schemas.microsoft.com/office/drawing/2014/main" id="{3D7D4F8B-5FCB-EB32-1A86-278B7DF1C8C7}"/>
              </a:ext>
            </a:extLst>
          </p:cNvPr>
          <p:cNvSpPr txBox="1">
            <a:spLocks/>
          </p:cNvSpPr>
          <p:nvPr/>
        </p:nvSpPr>
        <p:spPr>
          <a:xfrm>
            <a:off x="11964333" y="18153837"/>
            <a:ext cx="9624079" cy="1233870"/>
          </a:xfrm>
          <a:prstGeom prst="rect">
            <a:avLst/>
          </a:prstGeom>
        </p:spPr>
        <p:txBody>
          <a:bodyPr vert="horz" lIns="295232" tIns="147616" rIns="295232" bIns="147616" rtlCol="0" anchor="ctr">
            <a:normAutofit fontScale="52500" lnSpcReduction="20000"/>
          </a:bodyPr>
          <a:lstStyle>
            <a:lvl1pPr algn="ctr" defTabSz="2952323" rtl="0" eaLnBrk="1" latinLnBrk="0" hangingPunct="1">
              <a:spcBef>
                <a:spcPct val="0"/>
              </a:spcBef>
              <a:buNone/>
              <a:defRPr sz="14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8000" b="1" dirty="0">
                <a:solidFill>
                  <a:schemeClr val="bg1">
                    <a:lumMod val="50000"/>
                  </a:schemeClr>
                </a:solidFill>
              </a:rPr>
              <a:t>[puede incluir la tabla de ponderación]</a:t>
            </a:r>
          </a:p>
        </p:txBody>
      </p:sp>
      <p:sp>
        <p:nvSpPr>
          <p:cNvPr id="35" name="58 Flecha en U">
            <a:extLst>
              <a:ext uri="{FF2B5EF4-FFF2-40B4-BE49-F238E27FC236}">
                <a16:creationId xmlns:a16="http://schemas.microsoft.com/office/drawing/2014/main" id="{4E144FD7-99A8-68BA-D8BB-87990B30CBD8}"/>
              </a:ext>
            </a:extLst>
          </p:cNvPr>
          <p:cNvSpPr/>
          <p:nvPr/>
        </p:nvSpPr>
        <p:spPr>
          <a:xfrm rot="10800000" flipH="1">
            <a:off x="18809111" y="19275202"/>
            <a:ext cx="3425459" cy="986302"/>
          </a:xfrm>
          <a:prstGeom prst="utur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37" name="59 Flecha arriba">
            <a:extLst>
              <a:ext uri="{FF2B5EF4-FFF2-40B4-BE49-F238E27FC236}">
                <a16:creationId xmlns:a16="http://schemas.microsoft.com/office/drawing/2014/main" id="{919B951B-91B2-63A8-CC5C-C58C808F6F6B}"/>
              </a:ext>
            </a:extLst>
          </p:cNvPr>
          <p:cNvSpPr/>
          <p:nvPr/>
        </p:nvSpPr>
        <p:spPr>
          <a:xfrm>
            <a:off x="21677247" y="4901478"/>
            <a:ext cx="527805" cy="14298470"/>
          </a:xfrm>
          <a:prstGeom prst="up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4" name="58 Flecha en U">
            <a:extLst>
              <a:ext uri="{FF2B5EF4-FFF2-40B4-BE49-F238E27FC236}">
                <a16:creationId xmlns:a16="http://schemas.microsoft.com/office/drawing/2014/main" id="{EC3F2B47-5245-76B7-7573-6AB4469921FA}"/>
              </a:ext>
            </a:extLst>
          </p:cNvPr>
          <p:cNvSpPr/>
          <p:nvPr/>
        </p:nvSpPr>
        <p:spPr>
          <a:xfrm>
            <a:off x="21833447" y="3579706"/>
            <a:ext cx="3425459" cy="986302"/>
          </a:xfrm>
          <a:prstGeom prst="utur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62" name="1 Título">
            <a:extLst>
              <a:ext uri="{FF2B5EF4-FFF2-40B4-BE49-F238E27FC236}">
                <a16:creationId xmlns:a16="http://schemas.microsoft.com/office/drawing/2014/main" id="{763E492A-1662-00D8-6063-D8AC1FB2DB9B}"/>
              </a:ext>
            </a:extLst>
          </p:cNvPr>
          <p:cNvSpPr txBox="1">
            <a:spLocks/>
          </p:cNvSpPr>
          <p:nvPr/>
        </p:nvSpPr>
        <p:spPr>
          <a:xfrm>
            <a:off x="22668561" y="4760489"/>
            <a:ext cx="6814128" cy="12961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lIns="295232" tIns="147616" rIns="295232" bIns="147616" rtlCol="0" anchor="ctr">
            <a:normAutofit fontScale="97500"/>
          </a:bodyPr>
          <a:lstStyle>
            <a:lvl1pPr algn="ctr" defTabSz="2952323" rtl="0" eaLnBrk="1" latinLnBrk="0" hangingPunct="1">
              <a:spcBef>
                <a:spcPct val="0"/>
              </a:spcBef>
              <a:buNone/>
              <a:defRPr sz="14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5400" dirty="0"/>
              <a:t>[Plan de Acción]</a:t>
            </a:r>
          </a:p>
        </p:txBody>
      </p:sp>
      <p:pic>
        <p:nvPicPr>
          <p:cNvPr id="64" name="Picture 63" descr="Timeline, calendar&#10;&#10;Description automatically generated">
            <a:extLst>
              <a:ext uri="{FF2B5EF4-FFF2-40B4-BE49-F238E27FC236}">
                <a16:creationId xmlns:a16="http://schemas.microsoft.com/office/drawing/2014/main" id="{0E855D2C-E1E7-41CE-C244-C5D00AEFE7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3225" y="7090322"/>
            <a:ext cx="5384800" cy="2438400"/>
          </a:xfrm>
          <a:prstGeom prst="rect">
            <a:avLst/>
          </a:prstGeom>
        </p:spPr>
      </p:pic>
      <p:sp>
        <p:nvSpPr>
          <p:cNvPr id="65" name="1 Título">
            <a:extLst>
              <a:ext uri="{FF2B5EF4-FFF2-40B4-BE49-F238E27FC236}">
                <a16:creationId xmlns:a16="http://schemas.microsoft.com/office/drawing/2014/main" id="{72731F93-85F9-DD41-0738-19AB1864907A}"/>
              </a:ext>
            </a:extLst>
          </p:cNvPr>
          <p:cNvSpPr txBox="1">
            <a:spLocks/>
          </p:cNvSpPr>
          <p:nvPr/>
        </p:nvSpPr>
        <p:spPr>
          <a:xfrm>
            <a:off x="24177224" y="6154464"/>
            <a:ext cx="3796802" cy="1260140"/>
          </a:xfrm>
          <a:prstGeom prst="rect">
            <a:avLst/>
          </a:prstGeom>
        </p:spPr>
        <p:txBody>
          <a:bodyPr vert="horz" lIns="295232" tIns="147616" rIns="295232" bIns="147616" rtlCol="0" anchor="ctr">
            <a:normAutofit fontScale="90000" lnSpcReduction="20000"/>
          </a:bodyPr>
          <a:lstStyle>
            <a:lvl1pPr algn="ctr" defTabSz="2952323" rtl="0" eaLnBrk="1" latinLnBrk="0" hangingPunct="1">
              <a:spcBef>
                <a:spcPct val="0"/>
              </a:spcBef>
              <a:buNone/>
              <a:defRPr sz="14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8000" b="1" dirty="0"/>
              <a:t>[Gantt]</a:t>
            </a:r>
          </a:p>
        </p:txBody>
      </p:sp>
      <p:sp>
        <p:nvSpPr>
          <p:cNvPr id="66" name="1 Título">
            <a:extLst>
              <a:ext uri="{FF2B5EF4-FFF2-40B4-BE49-F238E27FC236}">
                <a16:creationId xmlns:a16="http://schemas.microsoft.com/office/drawing/2014/main" id="{60E34E32-01E1-EBF5-FEDB-3B8381CEEDE0}"/>
              </a:ext>
            </a:extLst>
          </p:cNvPr>
          <p:cNvSpPr txBox="1">
            <a:spLocks/>
          </p:cNvSpPr>
          <p:nvPr/>
        </p:nvSpPr>
        <p:spPr>
          <a:xfrm>
            <a:off x="24317105" y="9565458"/>
            <a:ext cx="3186949" cy="1368152"/>
          </a:xfrm>
          <a:prstGeom prst="rect">
            <a:avLst/>
          </a:prstGeom>
        </p:spPr>
        <p:txBody>
          <a:bodyPr vert="horz" lIns="295232" tIns="147616" rIns="295232" bIns="147616" rtlCol="0" anchor="ctr">
            <a:noAutofit/>
          </a:bodyPr>
          <a:lstStyle>
            <a:lvl1pPr algn="ctr" defTabSz="2952323" rtl="0" eaLnBrk="1" latinLnBrk="0" hangingPunct="1">
              <a:spcBef>
                <a:spcPct val="0"/>
              </a:spcBef>
              <a:buNone/>
              <a:defRPr sz="14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3600" dirty="0"/>
              <a:t>Figura </a:t>
            </a:r>
            <a:r>
              <a:rPr lang="es-AR" sz="3600" dirty="0" err="1"/>
              <a:t>N°XX</a:t>
            </a:r>
            <a:r>
              <a:rPr lang="es-AR" sz="3600" dirty="0"/>
              <a:t> Descripción</a:t>
            </a:r>
          </a:p>
        </p:txBody>
      </p:sp>
      <p:sp>
        <p:nvSpPr>
          <p:cNvPr id="67" name="1 Título">
            <a:extLst>
              <a:ext uri="{FF2B5EF4-FFF2-40B4-BE49-F238E27FC236}">
                <a16:creationId xmlns:a16="http://schemas.microsoft.com/office/drawing/2014/main" id="{A8894D41-841D-1198-B3C0-8C094A949C38}"/>
              </a:ext>
            </a:extLst>
          </p:cNvPr>
          <p:cNvSpPr txBox="1">
            <a:spLocks/>
          </p:cNvSpPr>
          <p:nvPr/>
        </p:nvSpPr>
        <p:spPr>
          <a:xfrm>
            <a:off x="22503515" y="11349664"/>
            <a:ext cx="6814128" cy="129614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lIns="295232" tIns="147616" rIns="295232" bIns="147616" rtlCol="0" anchor="ctr">
            <a:normAutofit fontScale="97500"/>
          </a:bodyPr>
          <a:lstStyle>
            <a:lvl1pPr algn="ctr" defTabSz="2952323" rtl="0" eaLnBrk="1" latinLnBrk="0" hangingPunct="1">
              <a:spcBef>
                <a:spcPct val="0"/>
              </a:spcBef>
              <a:buNone/>
              <a:defRPr sz="14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5400" dirty="0"/>
              <a:t>[Conclusiones]</a:t>
            </a:r>
          </a:p>
        </p:txBody>
      </p:sp>
      <p:pic>
        <p:nvPicPr>
          <p:cNvPr id="68" name="Picture 67" descr="Shape&#10;&#10;Description automatically generated with medium confidence">
            <a:extLst>
              <a:ext uri="{FF2B5EF4-FFF2-40B4-BE49-F238E27FC236}">
                <a16:creationId xmlns:a16="http://schemas.microsoft.com/office/drawing/2014/main" id="{C351ABFB-730D-01C1-1A4F-98EBD60586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7034" y="14342054"/>
            <a:ext cx="6057182" cy="1233870"/>
          </a:xfrm>
          <a:prstGeom prst="rect">
            <a:avLst/>
          </a:prstGeom>
        </p:spPr>
      </p:pic>
      <p:sp>
        <p:nvSpPr>
          <p:cNvPr id="69" name="1 Título">
            <a:extLst>
              <a:ext uri="{FF2B5EF4-FFF2-40B4-BE49-F238E27FC236}">
                <a16:creationId xmlns:a16="http://schemas.microsoft.com/office/drawing/2014/main" id="{4096670C-A92D-D8F2-6F69-FF42EBA033F3}"/>
              </a:ext>
            </a:extLst>
          </p:cNvPr>
          <p:cNvSpPr txBox="1">
            <a:spLocks/>
          </p:cNvSpPr>
          <p:nvPr/>
        </p:nvSpPr>
        <p:spPr>
          <a:xfrm>
            <a:off x="22526995" y="12787314"/>
            <a:ext cx="7097260" cy="1628342"/>
          </a:xfrm>
          <a:prstGeom prst="rect">
            <a:avLst/>
          </a:prstGeom>
        </p:spPr>
        <p:txBody>
          <a:bodyPr vert="horz" lIns="295232" tIns="147616" rIns="295232" bIns="147616" rtlCol="0" anchor="ctr">
            <a:noAutofit/>
          </a:bodyPr>
          <a:lstStyle>
            <a:lvl1pPr algn="ctr" defTabSz="2952323" rtl="0" eaLnBrk="1" latinLnBrk="0" hangingPunct="1">
              <a:spcBef>
                <a:spcPct val="0"/>
              </a:spcBef>
              <a:buNone/>
              <a:defRPr sz="14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800" b="1" dirty="0">
                <a:solidFill>
                  <a:schemeClr val="accent5">
                    <a:lumMod val="75000"/>
                  </a:schemeClr>
                </a:solidFill>
              </a:rPr>
              <a:t>[párrafo con conclusiones académicas y personales]</a:t>
            </a:r>
          </a:p>
        </p:txBody>
      </p:sp>
      <p:sp>
        <p:nvSpPr>
          <p:cNvPr id="70" name="1 Título">
            <a:extLst>
              <a:ext uri="{FF2B5EF4-FFF2-40B4-BE49-F238E27FC236}">
                <a16:creationId xmlns:a16="http://schemas.microsoft.com/office/drawing/2014/main" id="{C4CD43B5-75CC-CD08-D5F2-F1349B8E5732}"/>
              </a:ext>
            </a:extLst>
          </p:cNvPr>
          <p:cNvSpPr txBox="1">
            <a:spLocks/>
          </p:cNvSpPr>
          <p:nvPr/>
        </p:nvSpPr>
        <p:spPr>
          <a:xfrm>
            <a:off x="22526994" y="16139558"/>
            <a:ext cx="6790649" cy="2899639"/>
          </a:xfrm>
          <a:prstGeom prst="rect">
            <a:avLst/>
          </a:prstGeom>
        </p:spPr>
        <p:txBody>
          <a:bodyPr vert="horz" lIns="295232" tIns="147616" rIns="295232" bIns="147616" rtlCol="0" anchor="ctr">
            <a:normAutofit fontScale="60000" lnSpcReduction="20000"/>
          </a:bodyPr>
          <a:lstStyle>
            <a:lvl1pPr algn="ctr" defTabSz="2952323" rtl="0" eaLnBrk="1" latinLnBrk="0" hangingPunct="1">
              <a:spcBef>
                <a:spcPct val="0"/>
              </a:spcBef>
              <a:buNone/>
              <a:defRPr sz="14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8000" dirty="0">
                <a:solidFill>
                  <a:schemeClr val="bg1">
                    <a:lumMod val="50000"/>
                  </a:schemeClr>
                </a:solidFill>
              </a:rPr>
              <a:t>NOTA – este documento es solo de guía, se puede diseñar el póster como se desee</a:t>
            </a:r>
          </a:p>
        </p:txBody>
      </p:sp>
    </p:spTree>
    <p:extLst>
      <p:ext uri="{BB962C8B-B14F-4D97-AF65-F5344CB8AC3E}">
        <p14:creationId xmlns:p14="http://schemas.microsoft.com/office/powerpoint/2010/main" val="20063270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179</Words>
  <Application>Microsoft Macintosh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de Office</vt:lpstr>
      <vt:lpstr>PowerPoint Presentation</vt:lpstr>
    </vt:vector>
  </TitlesOfParts>
  <Company>Universidad Austral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>poster horizontal</dc:subject>
  <dc:creator>Ignacio Cassol</dc:creator>
  <cp:lastModifiedBy>Cande Rivas</cp:lastModifiedBy>
  <cp:revision>13</cp:revision>
  <dcterms:created xsi:type="dcterms:W3CDTF">2013-12-27T16:01:55Z</dcterms:created>
  <dcterms:modified xsi:type="dcterms:W3CDTF">2023-03-16T17:48:36Z</dcterms:modified>
</cp:coreProperties>
</file>